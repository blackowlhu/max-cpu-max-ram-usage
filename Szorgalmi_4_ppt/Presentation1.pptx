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3598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450707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1195770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863439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84446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549952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6308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888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5769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4402A5-BAFE-F27A-AD03-C187ACC6EE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1980EB-0157-1837-F7CF-D6F708BAC5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A0886B-79A3-516F-7DE3-65A22935B2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C3DB25-C299-BFDB-E311-69989770B4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9FE2F3-3DFA-0F46-6640-7F1E3DC515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5F76E0-BFD1-9000-D423-F0D5678A55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81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582126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48283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121529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70104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0293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61122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95667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58959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6797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08089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65192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08751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43801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64596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2290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25103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25973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6222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85768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06294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01930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8186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20208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920294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104930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721881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745336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63370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6412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422331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663670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519479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92389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699425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36061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91137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534956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46605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54828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097817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32272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78198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884641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196829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39076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9141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4101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6199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580022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49423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02599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45600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62738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46322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5219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95853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69852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15084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65518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73868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4332081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362740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566436" name="Title 1"/>
          <p:cNvSpPr>
            <a:spLocks noGrp="1"/>
          </p:cNvSpPr>
          <p:nvPr>
            <p:ph type="ctrTitle"/>
          </p:nvPr>
        </p:nvSpPr>
        <p:spPr bwMode="auto">
          <a:xfrm>
            <a:off x="1583530" y="571698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hu-HU"/>
              <a:t>Nők a programozó szakmában</a:t>
            </a:r>
            <a:endParaRPr lang="en-US"/>
          </a:p>
        </p:txBody>
      </p:sp>
      <p:sp>
        <p:nvSpPr>
          <p:cNvPr id="1131658363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hu-HU"/>
              <a:t>Készítette: Szabó Roland Róbert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7094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Ada Lovelace (1815-1852)</a:t>
            </a:r>
            <a:endParaRPr/>
          </a:p>
        </p:txBody>
      </p:sp>
      <p:sp>
        <p:nvSpPr>
          <p:cNvPr id="124075678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257800" cy="4351338"/>
          </a:xfrm>
        </p:spPr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Angol matematikus volt, akit gyakran az első programozónak tartanak.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Charles Babbage Analytical Engine nevű mechanikus számítógépéhez írt egy algoritmust, amely Bernoulli-számok kiszámítására szolgált.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Ez az egyik legkorábbi számítógépes programként ismert.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Róla nevezték el az Ada programozási nyelvet.</a:t>
            </a:r>
            <a:endParaRPr sz="2400"/>
          </a:p>
        </p:txBody>
      </p:sp>
      <p:pic>
        <p:nvPicPr>
          <p:cNvPr id="14217367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582470" y="1825624"/>
            <a:ext cx="2972942" cy="38529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4495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r">
              <a:defRPr/>
            </a:pPr>
            <a:r>
              <a:rPr lang="hu-HU"/>
              <a:t>Grace Hopper (1906-1992)</a:t>
            </a:r>
            <a:endParaRPr/>
          </a:p>
        </p:txBody>
      </p:sp>
      <p:sp>
        <p:nvSpPr>
          <p:cNvPr id="6422139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9" y="1825624"/>
            <a:ext cx="5257800" cy="4351338"/>
          </a:xfrm>
        </p:spPr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Amerikai informatikus és az amerikai haditengerészet tisztje volt.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Harvard Mark I számítógép egyik első programozójaként dolgozott.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Jelentős szerepe volt az első fordítóprogramok (compiler) fejlesztésében, valamint hozzájárult a COBOL programozási nyelv kialakításához.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„debugging” kifejezés elterjedése is hozzá köthető.</a:t>
            </a:r>
            <a:endParaRPr/>
          </a:p>
        </p:txBody>
      </p:sp>
      <p:pic>
        <p:nvPicPr>
          <p:cNvPr id="19025495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68643" y="1434245"/>
            <a:ext cx="3595730" cy="47895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1713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Barbara Liskov (született 1939)</a:t>
            </a:r>
            <a:endParaRPr/>
          </a:p>
        </p:txBody>
      </p:sp>
      <p:sp>
        <p:nvSpPr>
          <p:cNvPr id="199506306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2578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Amerikai számítógéptudós, a MIT professzora.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Az elsők között volt a nők közül, akik doktori fokozatot szereztek számítástechnikából az Egyesült Államokban.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Az objektumorientált programozás egyik fontos alapelve, a Liskov Substitution Principle az ő nevéhez fűződik.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Részt vett a CLU programozási nyelv fejlesztésében, és 2008-ban Turing-díjat kapott.</a:t>
            </a:r>
            <a:endParaRPr/>
          </a:p>
        </p:txBody>
      </p:sp>
      <p:pic>
        <p:nvPicPr>
          <p:cNvPr id="19651768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10374" y="1690687"/>
            <a:ext cx="3101163" cy="43416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4125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r">
              <a:defRPr/>
            </a:pPr>
            <a:r>
              <a:rPr lang="hu-HU"/>
              <a:t>Margaret Hamilton (született 1936)</a:t>
            </a:r>
            <a:endParaRPr/>
          </a:p>
        </p:txBody>
      </p:sp>
      <p:sp>
        <p:nvSpPr>
          <p:cNvPr id="5603200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9" y="1825624"/>
            <a:ext cx="5257800" cy="4351338"/>
          </a:xfrm>
        </p:spPr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Amerikai szoftvermérnök, aki a NASA Apollo programjának fedélzeti szoftverét fejlesztő csapatot vezette.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Az Apollo 11 holdraszállás során az általa fejlesztett szoftver segített kezelni a számítógép túlterhelését, ami hozzájárult a sikeres leszálláshoz.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Ő tette ismertté a „software engineering” kifejezést.</a:t>
            </a:r>
            <a:endParaRPr/>
          </a:p>
        </p:txBody>
      </p:sp>
      <p:pic>
        <p:nvPicPr>
          <p:cNvPr id="8352928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80038" y="1630972"/>
            <a:ext cx="3559096" cy="44986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1732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Anita Borg (1949-2003)</a:t>
            </a:r>
            <a:endParaRPr/>
          </a:p>
        </p:txBody>
      </p:sp>
      <p:sp>
        <p:nvSpPr>
          <p:cNvPr id="14990313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257800" cy="4351338"/>
          </a:xfrm>
        </p:spPr>
        <p:txBody>
          <a:bodyPr/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Amerikai számítógéptudós és aktivista volt.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Célja az volt, hogy több nő dolgozzon a technológiai és informatikai területeken.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1994-ben létrehozta a Grace Hopper Celebration konferenciát, amely ma az egyik legnagyobb női informatikai rendezvény.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1997-ben megalapította az Institute for Women and Technology szervezetet.</a:t>
            </a:r>
            <a:endParaRPr/>
          </a:p>
        </p:txBody>
      </p:sp>
      <p:pic>
        <p:nvPicPr>
          <p:cNvPr id="20739689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75230" y="1825624"/>
            <a:ext cx="4280754" cy="42807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6861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Köszönöm a figyelmet!</a:t>
            </a:r>
            <a:endParaRPr/>
          </a:p>
        </p:txBody>
      </p:sp>
      <p:sp>
        <p:nvSpPr>
          <p:cNvPr id="20263109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Készítette: Szabó Roland Róbert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2026-03-10T14:08:22Z</dcterms:modified>
</cp:coreProperties>
</file>